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media/image1.jpeg" Type="http://schemas.openxmlformats.org/officeDocument/2006/relationships/image"/><Relationship Id="rId2" Target="ppt/media/image2.jpeg" Type="http://schemas.openxmlformats.org/officeDocument/2006/relationships/image"/><Relationship Id="rId3" Target="ppt/media/img_cc_black.png" Type="http://schemas.openxmlformats.org/officeDocument/2006/relationships/image"/><Relationship Id="rId4" Target="ppt/presentation.xml" Type="http://schemas.openxmlformats.org/officeDocument/2006/relationships/officeDocument"/><Relationship Id="rId5" Target="docProps/core.xml" Type="http://schemas.openxmlformats.org/package/2006/relationships/metadata/core-properties"/><Relationship Id="rId6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9" r:id="rId14"/>
    <p:sldId id="260" r:id="rId15"/>
    <p:sldId id="261" r:id="rId16"/>
    <p:sldId id="262" r:id="rId17"/>
    <p:sldId id="258" r:id="rId7"/>
  </p:sldIdLst>
  <p:sldSz cx="9144000" cy="5143500" type="screen16x9"/>
  <p:notesSz cx="9144000" cy="5143500"/>
  <p:embeddedFontLst>
    <p:embeddedFont>
      <p:font typeface="Roboto"/>
      <p:regular r:id="rId9"/>
    </p:embeddedFont>
    <p:embeddedFont>
      <p:font typeface="Open Sans"/>
      <p:regular r:id="rId10"/>
      <p:bold r:id="rId11"/>
    </p:embeddedFont>
  </p:embeddedFontLst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2.fntdata" Type="http://schemas.openxmlformats.org/officeDocument/2006/relationships/font"/><Relationship Id="rId11" Target="fonts/font3.fntdata" Type="http://schemas.openxmlformats.org/officeDocument/2006/relationships/font"/><Relationship Id="rId12" Target="presProps.xml" Type="http://schemas.openxmlformats.org/officeDocument/2006/relationships/presProps"/><Relationship Id="rId13" Target="viewProps.xml" Type="http://schemas.openxmlformats.org/officeDocument/2006/relationships/viewProps"/><Relationship Id="rId14" Target="slides/slide4.xml" Type="http://schemas.openxmlformats.org/officeDocument/2006/relationships/slide"/><Relationship Id="rId15" Target="slides/slide5.xml" Type="http://schemas.openxmlformats.org/officeDocument/2006/relationships/slide"/><Relationship Id="rId16" Target="slides/slide6.xml" Type="http://schemas.openxmlformats.org/officeDocument/2006/relationships/slide"/><Relationship Id="rId17" Target="slides/slide7.xml" Type="http://schemas.openxmlformats.org/officeDocument/2006/relationships/slide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tableStyles.xml" Type="http://schemas.openxmlformats.org/officeDocument/2006/relationships/tableStyles"/><Relationship Id="rId9" Target="fonts/font1.fntdata" Type="http://schemas.openxmlformats.org/officeDocument/2006/relationships/font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1.xml" Type="http://schemas.openxmlformats.org/officeDocument/2006/relationships/tags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2.xml" Type="http://schemas.openxmlformats.org/officeDocument/2006/relationships/tags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783EE55-3ECE-4057-A6F0-6195917514C5}">
                <a16:creationId xmlns:a16="http://schemas.microsoft.com/office/drawing/2010/main" id="{0BF59310-419B-4491-A848-15B80C47CD6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anchor="b" rtlCol="0"/>
          <a:lstStyle>
            <a:lvl1pPr algn="ctr" lvl="0">
              <a:defRPr dirty="0" lang="en-US" sz="44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90C4A380-1483-43C1-9DE5-DBD12F3CD1A7}">
                <a16:creationId xmlns:a16="http://schemas.microsoft.com/office/drawing/2010/main" id="{179C80F0-C1C7-4A6E-AE2B-518953946368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buNone/>
              <a:defRPr b="0" baseline="0" dirty="0" i="0" lang="en-US" sz="1400">
                <a:solidFill>
                  <a:schemeClr val="accent1"/>
                </a:solidFill>
                <a:latin typeface="+mn-lt"/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9444C676-9FD4-4EA8-AD9B-446B4C52E56E}">
                <a16:creationId xmlns:a16="http://schemas.microsoft.com/office/drawing/2010/main" id="{27930268-16EA-4CB6-A8EA-76D32032751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72E0EC50-A412-4A97-AEA7-0163157EB75B}">
                <a16:creationId xmlns:a16="http://schemas.microsoft.com/office/drawing/2010/main" id="{AF2BADCE-1F2A-4329-A58D-B84C065A908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54DF2F45-B9A7-421E-8094-F9A61B95CE0E}">
                <a16:creationId xmlns:a16="http://schemas.microsoft.com/office/drawing/2010/main" id="{A570D4FC-D1E4-4289-B06D-DC20DBA4E437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4B25B0FE-E742-43FD-B0E0-719C6E87E94E}">
        <p14:creationId xmlns:p14="http://schemas.microsoft.com/office/powerpoint/2010/main" val="1715230442468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6BB25DA-CEAF-466A-87E1-BEBF3550482A}">
                <a16:creationId xmlns:a16="http://schemas.microsoft.com/office/drawing/2010/main" id="{4121E9AF-79CD-46DB-9DC4-5A34DD37EA41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BF7E978D-CE1F-4D1B-8AF6-8C38049AE9A6}">
                <a16:creationId xmlns:a16="http://schemas.microsoft.com/office/drawing/2010/main" id="{7446155B-CBFD-439E-B712-641B3C9FD793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3693891B-83D7-4857-8563-55BA2FD0E4A1}">
                <a16:creationId xmlns:a16="http://schemas.microsoft.com/office/drawing/2010/main" id="{21BC3B32-79E9-4AFB-B9FA-61E62621B2D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B427094C-3C64-487D-91FA-ED7E476B7DE5}">
                <a16:creationId xmlns:a16="http://schemas.microsoft.com/office/drawing/2010/main" id="{0BED4D7E-22DC-45AF-8A0D-771A0D5B7B5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28833EB5-9BAB-48F3-8BD5-00DCA6411A14}">
                <a16:creationId xmlns:a16="http://schemas.microsoft.com/office/drawing/2010/main" id="{523969C5-DA97-47BD-B81A-9C751DC93D9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7FC07596-913D-48FB-8F9F-841895236671}">
        <p14:creationId xmlns:p14="http://schemas.microsoft.com/office/powerpoint/2010/main" val="1715230442469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51891F3F-DF80-4E60-B21D-712A4D4B52AB}">
                <a16:creationId xmlns:a16="http://schemas.microsoft.com/office/drawing/2010/main" id="{BDCB0AB5-8EBB-4CA5-A6D3-7086037CEF25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2192059"/>
            <a:ext cx="7620000" cy="511812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i="0" lang="en-US" sz="14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dirty="0" lang="en-US"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dirty="0" lang="en-US"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false" id="3" name="Title 1">
            <a:extLst>
              <a:ext uri="{E06FDC38-23DE-4831-BF06-E4DEA4354BAD}">
                <a16:creationId xmlns:a16="http://schemas.microsoft.com/office/drawing/2010/main" id="{BF1EB0E3-F16B-466C-84E1-3C2B84E9F5C4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762000" y="2735662"/>
            <a:ext cx="7620000" cy="882263"/>
          </a:xfrm>
          <a:prstGeom prst="rect">
            <a:avLst/>
          </a:prstGeom>
        </p:spPr>
        <p:txBody>
          <a:bodyPr anchor="t" rtlCol="0"/>
          <a:lstStyle>
            <a:lvl1pPr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A4688119-E23C-46C8-8994-4603EEF78184}">
                <a16:creationId xmlns:a16="http://schemas.microsoft.com/office/drawing/2010/main" id="{2F36E5C8-F02F-495D-8D2E-900E22EC7F1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6EDE818B-0A10-4F22-BF2C-E686504FC616}">
                <a16:creationId xmlns:a16="http://schemas.microsoft.com/office/drawing/2010/main" id="{B30E0716-ED41-4066-B29E-B0ABB39E36D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948C52B7-B754-4FDB-809F-1828FC252733}">
                <a16:creationId xmlns:a16="http://schemas.microsoft.com/office/drawing/2010/main" id="{D374005A-040F-440E-8FB8-65748DB722E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B0E62412-D7D7-4447-ACA3-86B30BE0FB92}">
        <p14:creationId xmlns:p14="http://schemas.microsoft.com/office/powerpoint/2010/main" val="1715230442470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794C094-CC49-4D2A-8543-2107EDD22795}">
                <a16:creationId xmlns:a16="http://schemas.microsoft.com/office/drawing/2010/main" id="{6683E9D6-ADE4-4F61-860C-FA9C25F8985D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DE02934F-32DF-41A7-95C5-09ADBB565415}">
                <a16:creationId xmlns:a16="http://schemas.microsoft.com/office/drawing/2010/main" id="{BCC19C12-0813-4FA6-81C4-7ACF97CEFA6C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2">
            <a:extLst>
              <a:ext uri="{CCA3D246-835E-448D-A6AC-BCE0894623EF}">
                <a16:creationId xmlns:a16="http://schemas.microsoft.com/office/drawing/2010/main" id="{014CB77C-157A-49CA-8B52-5DCE0A57F1B3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6">
            <a:extLst>
              <a:ext uri="{54E74C98-272A-4299-AA1A-5EC4012C90F6}">
                <a16:creationId xmlns:a16="http://schemas.microsoft.com/office/drawing/2010/main" id="{68E884FD-85E5-4649-B396-D6C1F306885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5">
            <a:extLst>
              <a:ext uri="{1D816191-AEF6-4EEB-A287-ABF85F49FC61}">
                <a16:creationId xmlns:a16="http://schemas.microsoft.com/office/drawing/2010/main" id="{813D93C0-0563-4D86-85F5-9DF7FE1E49E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4">
            <a:extLst>
              <a:ext uri="{0D8F2D0C-69D5-4969-8BEB-2E0ADA851E1C}">
                <a16:creationId xmlns:a16="http://schemas.microsoft.com/office/drawing/2010/main" id="{70019515-BDA2-495E-9857-14BDA5E4DC3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B8ABE257-2BC3-4B44-8FBF-F443783FDA34}">
        <p14:creationId xmlns:p14="http://schemas.microsoft.com/office/powerpoint/2010/main" val="1715230442471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380557D9-C384-4C12-A239-D396B831C78C}">
                <a16:creationId xmlns:a16="http://schemas.microsoft.com/office/drawing/2010/main" id="{3297E699-D494-4F04-BDFF-91EF00E1C03A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A6DBC5B1-5022-4B80-9DBC-5344ED2345C0}">
                <a16:creationId xmlns:a16="http://schemas.microsoft.com/office/drawing/2010/main" id="{0FD66DDC-14C2-469F-B496-421E2592AE76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54717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6F20B3A3-6D74-4C65-BAA9-924942D1E0F8}">
                <a16:creationId xmlns:a16="http://schemas.microsoft.com/office/drawing/2010/main" id="{8F6FC335-C75D-416E-8321-69A72D5D0DE6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278F6F3E-240E-4432-AEB7-F286E376E432}">
                <a16:creationId xmlns:a16="http://schemas.microsoft.com/office/drawing/2010/main" id="{665CE8F8-11BC-47E3-80A9-C62E1C58B550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8A30257A-1CDA-4C2A-AA3A-3C88C7C15214}">
                <a16:creationId xmlns:a16="http://schemas.microsoft.com/office/drawing/2010/main" id="{1D84862F-BC55-4217-BA4C-91BD19F7DE8E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C0A153C6-00B8-4B5D-A39A-EB01A5334E98}">
                <a16:creationId xmlns:a16="http://schemas.microsoft.com/office/drawing/2010/main" id="{B52C011B-1CCA-4F06-BCE4-83834BB6F65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8A1640A4-EF8E-4E53-9108-C9031E6CEA77}">
                <a16:creationId xmlns:a16="http://schemas.microsoft.com/office/drawing/2010/main" id="{32D02B70-7365-4806-AEF2-85407ED114E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0751017F-AB92-41F3-826E-6F4EB2DA1630}">
                <a16:creationId xmlns:a16="http://schemas.microsoft.com/office/drawing/2010/main" id="{E76E4071-DD1D-4B85-814F-B79A50FE185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35E90E63-6B34-4EA2-A12E-25023B936EA6}">
        <p14:creationId xmlns:p14="http://schemas.microsoft.com/office/powerpoint/2010/main" val="1715230442472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D326358-024A-4893-89B9-71ED5102A74D}">
                <a16:creationId xmlns:a16="http://schemas.microsoft.com/office/drawing/2010/main" id="{B0F0D086-C1E6-45B6-B83A-A5CEDAB0A80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724FE8A9-2FC8-4B11-8423-4769AFD865DF}">
                <a16:creationId xmlns:a16="http://schemas.microsoft.com/office/drawing/2010/main" id="{D8A767EF-38EC-44ED-AA4E-3D7DE69061F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2233AA81-9126-47B1-B222-7D5B0D5193EF}">
                <a16:creationId xmlns:a16="http://schemas.microsoft.com/office/drawing/2010/main" id="{0216FDFD-7DD8-46C3-8EB1-9410426C523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A9E174C6-B156-4B12-9338-0FB728097403}">
                <a16:creationId xmlns:a16="http://schemas.microsoft.com/office/drawing/2010/main" id="{8CD09EFA-9232-4BF9-9F75-259DDDE026B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8D1A9A99-A95D-435D-845B-60A695B221BF}">
        <p14:creationId xmlns:p14="http://schemas.microsoft.com/office/powerpoint/2010/main" val="1715230442473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A9D86DAF-FB89-4038-BD00-0BA5E513E810}">
                <a16:creationId xmlns:a16="http://schemas.microsoft.com/office/drawing/2010/main" id="{CF48D8A3-B920-4C9A-BE6D-B6E61D2C195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9080AB7B-3F85-4738-B114-1A5737FDB6C6}">
                <a16:creationId xmlns:a16="http://schemas.microsoft.com/office/drawing/2010/main" id="{1B63F0E0-833B-40E8-974A-56A875CB26E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19A496D6-92BC-4679-A8F7-A561A1D16943}">
                <a16:creationId xmlns:a16="http://schemas.microsoft.com/office/drawing/2010/main" id="{8FEE0E00-76FB-4311-ADDD-4373629B5848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6E868AC1-D174-4E35-9C7A-6553EE5897E9}">
        <p14:creationId xmlns:p14="http://schemas.microsoft.com/office/powerpoint/2010/main" val="1715230442474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4CC20AD-908D-4A61-8F39-E1474373A99B}">
                <a16:creationId xmlns:a16="http://schemas.microsoft.com/office/drawing/2010/main" id="{997529D4-FF78-4865-9F5F-D4ABF8F38A59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52B88C25-1CFB-4A55-977C-F2DD9D453EE6}">
                <a16:creationId xmlns:a16="http://schemas.microsoft.com/office/drawing/2010/main" id="{A211CBDC-F332-42C4-BE15-EB40472C856A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9080085A-075D-447A-B299-291EC5D15226}">
                <a16:creationId xmlns:a16="http://schemas.microsoft.com/office/drawing/2010/main" id="{4F9A893E-66FC-4B2F-9CEF-91DCC266E12C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9CF59929-27BF-42D4-A6AD-78C87CAD890A}">
                <a16:creationId xmlns:a16="http://schemas.microsoft.com/office/drawing/2010/main" id="{403B1845-BCF6-4BCB-B357-DC1A07DCEF9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63596C30-D996-4A38-8F66-2F1C8AA8EA25}">
                <a16:creationId xmlns:a16="http://schemas.microsoft.com/office/drawing/2010/main" id="{10E53EC5-0686-4FF4-BA23-5D601466DC8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8A343720-E95F-47F2-9EA2-F3673CBF5D2C}">
                <a16:creationId xmlns:a16="http://schemas.microsoft.com/office/drawing/2010/main" id="{C6373E1B-6691-4BEC-82B8-309A4E72FE5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4BEB87F2-6598-4DB6-83D0-24B2C4CDC977}">
        <p14:creationId xmlns:p14="http://schemas.microsoft.com/office/powerpoint/2010/main" val="1715230442475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B875A8D-A4F3-4DE9-B988-0D7AB00096D2}">
                <a16:creationId xmlns:a16="http://schemas.microsoft.com/office/drawing/2010/main" id="{EBC42A3E-2BB5-48F3-B011-6B2942071C1D}"/>
              </a:ext>
            </a:extLst>
          </p:cNvPr>
          <p:cNvSpPr/>
          <p:nvPr/>
        </p:nvSpPr>
        <p:spPr>
          <a:xfrm rot="0">
            <a:off x="3718307" y="1437411"/>
            <a:ext cx="4663693" cy="3037029"/>
          </a:xfrm>
          <a:prstGeom prst="rect">
            <a:avLst/>
          </a:prstGeom>
          <a:noFill/>
          <a:ln cap="flat" w="6350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Title 1">
            <a:extLst>
              <a:ext uri="{1EDA164C-2FD8-477C-A358-9AF14C9ABEBB}">
                <a16:creationId xmlns:a16="http://schemas.microsoft.com/office/drawing/2010/main" id="{DCCB391F-07D3-44D1-AD4B-09C9EEFF20DE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6BCEC1BB-B9E2-4F62-A586-8E64C7B71196}">
                <a16:creationId xmlns:a16="http://schemas.microsoft.com/office/drawing/2010/main" id="{32BEEA96-EF47-4A30-9CC1-5C5A3BA1E20B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26FBA722-D62A-4630-889A-A5BF339487F7}">
                <a16:creationId xmlns:a16="http://schemas.microsoft.com/office/drawing/2010/main" id="{4940A45A-652E-4335-84D4-0559F8AF7F67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Slide Number Placeholder 4">
            <a:extLst>
              <a:ext uri="{E10D75BE-C4E1-448B-83F0-AA8B63146DF5}">
                <a16:creationId xmlns:a16="http://schemas.microsoft.com/office/drawing/2010/main" id="{7717567E-6108-41D9-8B4D-E09D07051BD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3">
            <a:extLst>
              <a:ext uri="{D634873E-4F3C-4210-9B3D-E0B61506B9E4}">
                <a16:creationId xmlns:a16="http://schemas.microsoft.com/office/drawing/2010/main" id="{80610BF2-09C2-4E47-8A31-E636C23BDF2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1">
            <a:extLst>
              <a:ext uri="{A0DAA719-2AD3-4AC7-85B6-645DAFE824DB}">
                <a16:creationId xmlns:a16="http://schemas.microsoft.com/office/drawing/2010/main" id="{1790770C-9055-4F52-95E7-6EB4154CE97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6AAEC91C-4D65-4172-AE1D-175A8007D0C8}">
        <p14:creationId xmlns:p14="http://schemas.microsoft.com/office/powerpoint/2010/main" val="1715230442476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64301AD9-AA65-494A-A885-8FB99BC4FB55}">
                <a16:creationId xmlns:a16="http://schemas.microsoft.com/office/drawing/2010/main" id="{1BC2AD8C-46A7-475C-AF96-A2D982B73ABC}"/>
              </a:ext>
            </a:extLst>
          </p:cNvPr>
          <p:cNvSpPr/>
          <p:nvPr/>
        </p:nvSpPr>
        <p:spPr>
          <a:xfrm rot="0">
            <a:off x="774703" y="1417637"/>
            <a:ext cx="185052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Rectangle 20">
            <a:extLst>
              <a:ext uri="{25AFCBA8-EA18-421C-828E-AE20660A0C96}">
                <a16:creationId xmlns:a16="http://schemas.microsoft.com/office/drawing/2010/main" id="{5F4B1BBA-FD1F-448E-8FD4-37FD4054758D}"/>
              </a:ext>
            </a:extLst>
          </p:cNvPr>
          <p:cNvSpPr/>
          <p:nvPr/>
        </p:nvSpPr>
        <p:spPr>
          <a:xfrm rot="0">
            <a:off x="2774950" y="1417637"/>
            <a:ext cx="358031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Rectangle 22">
            <a:extLst>
              <a:ext uri="{73717477-3B5E-4953-9EB1-02684D8BAD57}">
                <a16:creationId xmlns:a16="http://schemas.microsoft.com/office/drawing/2010/main" id="{39D95243-3069-4B10-8A51-DFD0A78A772A}"/>
              </a:ext>
            </a:extLst>
          </p:cNvPr>
          <p:cNvSpPr/>
          <p:nvPr/>
        </p:nvSpPr>
        <p:spPr>
          <a:xfrm rot="0">
            <a:off x="6496050" y="1417637"/>
            <a:ext cx="1882776" cy="2192337"/>
          </a:xfrm>
          <a:custGeom>
            <a:avLst/>
            <a:gdLst/>
            <a:ahLst/>
            <a:cxnLst/>
            <a:rect b="b" l="0" r="r" t="0"/>
            <a:pathLst>
              <a:path h="2192337" w="1882776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Title 1">
            <a:extLst>
              <a:ext uri="{16602E51-4113-4F3A-9B62-F0E3236271B8}">
                <a16:creationId xmlns:a16="http://schemas.microsoft.com/office/drawing/2010/main" id="{184FB22A-3A95-4D88-A824-AEC8C2C54937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Picture Placeholder 2">
            <a:extLst>
              <a:ext uri="{239CA63D-CB5F-42BD-B68F-31325DD2896F}">
                <a16:creationId xmlns:a16="http://schemas.microsoft.com/office/drawing/2010/main" id="{9149877E-98DB-4DC2-96FD-C717FD6E3B43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Content Placeholder 2">
            <a:extLst>
              <a:ext uri="{C42134C8-2AA1-4FA1-BE96-FE09D54DCFCE}">
                <a16:creationId xmlns:a16="http://schemas.microsoft.com/office/drawing/2010/main" id="{63A2180E-E8CC-45C6-821D-D9253A1F5222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762000" y="3810000"/>
            <a:ext cx="184785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8" name="Picture Placeholder 2">
            <a:extLst>
              <a:ext uri="{8687581F-E078-4530-860E-1A4F35E92052}">
                <a16:creationId xmlns:a16="http://schemas.microsoft.com/office/drawing/2010/main" id="{9ACD672D-AC8D-46CC-8199-66455CF8152C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Content Placeholder 2">
            <a:extLst>
              <a:ext uri="{5A65101E-1619-4BAB-A18A-C94AF763A203}">
                <a16:creationId xmlns:a16="http://schemas.microsoft.com/office/drawing/2010/main" id="{9CDA2C2D-A7B5-45FF-869F-57B061BA9A16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777561" y="3810000"/>
            <a:ext cx="3577708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" name="Picture Placeholder 2">
            <a:extLst>
              <a:ext uri="{7B6CC8FD-D2A9-453C-B3A9-89BD5582F8F6}">
                <a16:creationId xmlns:a16="http://schemas.microsoft.com/office/drawing/2010/main" id="{14B6FCE0-6C11-4245-8C3F-3C541380B57F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Content Placeholder 2">
            <a:extLst>
              <a:ext uri="{9B5D4DC4-5C39-4177-9813-97B4F7C5396B}">
                <a16:creationId xmlns:a16="http://schemas.microsoft.com/office/drawing/2010/main" id="{7DC4CADC-79C8-4A9A-AE23-C75BA10FC951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496050" y="3810000"/>
            <a:ext cx="188277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2" name="Slide Number Placeholder 4">
            <a:extLst>
              <a:ext uri="{82422232-4D67-4E21-9412-F89575E688D2}">
                <a16:creationId xmlns:a16="http://schemas.microsoft.com/office/drawing/2010/main" id="{A33AE08B-A635-41A2-B642-D487823B785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3" name="Footer Placeholder 3">
            <a:extLst>
              <a:ext uri="{9CED4B9A-26E0-475B-8F5A-386175185AD9}">
                <a16:creationId xmlns:a16="http://schemas.microsoft.com/office/drawing/2010/main" id="{93005A3F-A42B-43BB-8DE3-2154C6FB601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4" name="Date Placeholder 1">
            <a:extLst>
              <a:ext uri="{A45CC89F-94E4-4565-A80B-3F7387AC92ED}">
                <a16:creationId xmlns:a16="http://schemas.microsoft.com/office/drawing/2010/main" id="{C42358C8-7F09-4F80-8669-BFC84A11C9D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F5A39BF8-F80D-4E10-A1F0-35A66AD42191}">
        <p14:creationId xmlns:p14="http://schemas.microsoft.com/office/powerpoint/2010/main" val="1715230442478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28B44E7-91D1-4AEA-8856-B0E7BB78BD97}">
                <a16:creationId xmlns:a16="http://schemas.microsoft.com/office/drawing/2010/main" id="{C250BFBD-D133-4604-82C5-383E4E353215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A86ACEAD-5C2A-4A5C-9CC0-49B63D084650}">
                <a16:creationId xmlns:a16="http://schemas.microsoft.com/office/drawing/2010/main" id="{96046344-50D9-4EE0-B63C-DBF747E01C8D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Picture Placeholder 2">
            <a:extLst>
              <a:ext uri="{A62843AE-6D5F-4E3A-A274-A017F1BE2A0E}">
                <a16:creationId xmlns:a16="http://schemas.microsoft.com/office/drawing/2010/main" id="{20A1769A-0959-4C68-9BB3-69C992F27C47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Picture Placeholder 2">
            <a:extLst>
              <a:ext uri="{4F90B182-EAF0-4422-A667-6E056E2383CB}">
                <a16:creationId xmlns:a16="http://schemas.microsoft.com/office/drawing/2010/main" id="{045659CE-0438-492C-81C8-50F103795B3D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Picture Placeholder 2">
            <a:extLst>
              <a:ext uri="{C741C68B-A88B-4C3F-9C0C-469ECCBBB68C}">
                <a16:creationId xmlns:a16="http://schemas.microsoft.com/office/drawing/2010/main" id="{E39C4687-0249-49EA-9305-5A4A66CF89F6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Slide Number Placeholder 4">
            <a:extLst>
              <a:ext uri="{2349B329-A4D2-40CA-BDD4-BFD4FA6205CB}">
                <a16:creationId xmlns:a16="http://schemas.microsoft.com/office/drawing/2010/main" id="{9D0FDC6C-9567-4CE7-89FB-75BF92A9F86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8" name="Footer Placeholder 3">
            <a:extLst>
              <a:ext uri="{10A44D2A-2DAC-40D1-9200-9ED2B025FF0C}">
                <a16:creationId xmlns:a16="http://schemas.microsoft.com/office/drawing/2010/main" id="{2D9DF771-BE32-4D2C-9EA8-67B0463738EC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Date Placeholder 1">
            <a:extLst>
              <a:ext uri="{6ACCA055-67CF-484C-8DF0-426E484E165B}">
                <a16:creationId xmlns:a16="http://schemas.microsoft.com/office/drawing/2010/main" id="{66B446A6-3062-4084-BC2C-0A275268C8A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00E4BDD4-58E2-42A3-82CA-0E82949E017D}">
        <p14:creationId xmlns:p14="http://schemas.microsoft.com/office/powerpoint/2010/main" val="171523044248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Slide Number Placeholder 5">
            <a:extLst>
              <a:ext uri="{97E0BDA9-D7A3-46EA-AF5E-DB5FC1C8F6C9}">
                <a16:creationId xmlns:a16="http://schemas.microsoft.com/office/drawing/2010/main" id="{8BD0842F-F313-4CBA-81EE-834E0E729083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3" name="Footer Placeholder 4">
            <a:extLst>
              <a:ext uri="{7F3F32BD-55C3-476F-99C3-BD41AF7B62FB}">
                <a16:creationId xmlns:a16="http://schemas.microsoft.com/office/drawing/2010/main" id="{0A6D3B3A-F9CE-4D79-8648-9B64A0A008DC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4" name="Date Placeholder 3">
            <a:extLst>
              <a:ext uri="{D668A439-FBD9-4A46-A6C3-4FD30F07E849}">
                <a16:creationId xmlns:a16="http://schemas.microsoft.com/office/drawing/2010/main" id="{AF971B10-7C3E-4163-91BC-9D1224696E93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5" name="Slide Number Placeholder 5">
            <a:extLst>
              <a:ext uri="{B7DBC9A9-7ED1-4472-9A87-D24C9EFA6726}">
                <a16:creationId xmlns:a16="http://schemas.microsoft.com/office/drawing/2010/main" id="{FA63D264-1F39-433E-94E6-67D6B0FA72A4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4">
            <a:extLst>
              <a:ext uri="{8B4B5F75-5373-4AEF-BF40-5F5B3FBAD017}">
                <a16:creationId xmlns:a16="http://schemas.microsoft.com/office/drawing/2010/main" id="{D0D4AA6A-78D5-4D1D-8526-54DD512F3074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3">
            <a:extLst>
              <a:ext uri="{EC0634F4-00DF-448D-A046-962F2D90BACB}">
                <a16:creationId xmlns:a16="http://schemas.microsoft.com/office/drawing/2010/main" id="{E3D1001C-FEC8-42FD-A518-26676DE36DD4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8" name="Slide Number Placeholder 5">
            <a:extLst>
              <a:ext uri="{359D0EAF-C3A3-4357-B0A6-A3EA9D439D34}">
                <a16:creationId xmlns:a16="http://schemas.microsoft.com/office/drawing/2010/main" id="{B3D98C3B-3A3E-4BC7-914E-705F9303DD63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9" name="Footer Placeholder 4">
            <a:extLst>
              <a:ext uri="{B7FF2892-DF31-4301-84FC-3C3EBC12A697}">
                <a16:creationId xmlns:a16="http://schemas.microsoft.com/office/drawing/2010/main" id="{22FF04BD-2A21-4146-A533-AB451DACA94F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10" name="Date Placeholder 3">
            <a:extLst>
              <a:ext uri="{4C6E5E0F-08CB-4786-812F-EBB6266665EE}">
                <a16:creationId xmlns:a16="http://schemas.microsoft.com/office/drawing/2010/main" id="{4B670966-6A4F-4351-8E34-AE00C876447C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id="11" name="Title Placeholder 1">
            <a:extLst>
              <a:ext uri="{9FCFB649-82FD-4E5D-8565-FA6F013CD21A}">
                <a16:creationId xmlns:a16="http://schemas.microsoft.com/office/drawing/2010/main" id="{BC6A9074-F073-4B84-B91E-41B05FAF863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2" name="Text Placeholder 2">
            <a:extLst>
              <a:ext uri="{96E54BD7-9EA1-4FCC-8537-FE4535BE06C9}">
                <a16:creationId xmlns:a16="http://schemas.microsoft.com/office/drawing/2010/main" id="{E6CCA1C2-8678-49E4-A494-5DDA556698DA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3" name="Slide Number Placeholder 5">
            <a:extLst>
              <a:ext uri="{CDE0B9F1-0625-470E-A3AA-FDDC8AF7BBA5}">
                <a16:creationId xmlns:a16="http://schemas.microsoft.com/office/drawing/2010/main" id="{12878018-07FC-4A33-9DE6-12C0542BFF6E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4" name="Footer Placeholder 4">
            <a:extLst>
              <a:ext uri="{DC694211-5889-4DEE-B0FD-C8BC2BE73C04}">
                <a16:creationId xmlns:a16="http://schemas.microsoft.com/office/drawing/2010/main" id="{201C6132-7E6C-4742-8375-B079AB987E51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5" name="Date Placeholder 3">
            <a:extLst>
              <a:ext uri="{F5FE213F-7768-4AF7-87BF-4A5A7428760B}">
                <a16:creationId xmlns:a16="http://schemas.microsoft.com/office/drawing/2010/main" id="{FACE9652-D771-4B6F-ADAF-5D06DD57AE57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lr>
          <a:schemeClr val="accent1"/>
        </a:buClr>
        <a:buFont typeface="Arial"/>
        <a:buChar char="•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6.jpeg" Type="http://schemas.openxmlformats.org/officeDocument/2006/relationships/image"/></Relationships>
</file>

<file path=ppt/slides/slide1.xml><?xml version="1.0" encoding="utf-8"?>
<p:sld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4981DEE-9A5B-4C79-B973-B57814CF563C}">
                <a16:creationId xmlns:a16="http://schemas.microsoft.com/office/drawing/2010/main" id="{F169C6EB-E9F8-4ABF-BF9D-ACD574516D72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rtlCol="0"/>
          <a:lstStyle/>
          <a:p>
            <a:pPr/>
            <a:r>
              <a:rPr lang="en-US"/>
              <a:t>Employe dashboard</a:t>
            </a:r>
            <a:endParaRPr dirty="0" err="1" lang="en-US"/>
          </a:p>
        </p:txBody>
      </p:sp>
      <p:sp>
        <p:nvSpPr>
          <p:cNvPr id="3" name="Subtitle 2">
            <a:extLst>
              <a:ext uri="{C4E2F7A9-3C6B-4D92-A289-2204EB3A8727}">
                <a16:creationId xmlns:a16="http://schemas.microsoft.com/office/drawing/2010/main" id="{F635F9FC-BF1F-44C4-973D-9E6A73F80A50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rtlCol="0"/>
          <a:lstStyle/>
          <a:p>
            <a:pPr/>
            <a:r>
              <a:rPr lang="en-US"/>
              <a:t>- Created By IT Zoho Support - Wisethink</a:t>
            </a:r>
            <a:endParaRPr dirty="0" lang="en-US"/>
          </a:p>
        </p:txBody>
      </p:sp>
      <p:sp>
        <p:nvSpPr>
          <p:cNvPr id="4" name="">
            <a:extLst>
              <a:ext uri="{BB63F9BA-ED92-460D-9CDC-F74AA717D7D1}">
                <a16:creationId xmlns:a16="http://schemas.microsoft.com/office/drawing/2010/main" id="{F848D125-E78C-4EB1-B80F-CBC36E90762A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">
            <a:extLst>
              <a:ext uri="{D40314EC-0C00-46A5-B883-3A2AFEFCB3A4}">
                <a16:creationId xmlns:a16="http://schemas.microsoft.com/office/drawing/2010/main" id="{0C19EFE9-E4E5-4F17-A310-D9C9838C3232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">
            <a:extLst>
              <a:ext uri="{4A04EF5A-18EA-4928-8412-EB93455353F8}">
                <a16:creationId xmlns:a16="http://schemas.microsoft.com/office/drawing/2010/main" id="{A9843871-D2B9-4640-92F6-165F1BD8F98E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">
            <a:extLst>
              <a:ext uri="{C98F66C7-9E43-4977-98D1-5C223C1EBEB5}">
                <a16:creationId xmlns:a16="http://schemas.microsoft.com/office/drawing/2010/main" id="{11C1E9E2-044E-4867-8BA7-B6CBA90555CA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8" name="">
            <a:extLst>
              <a:ext uri="{79644F68-6760-485A-8151-A6D24BBAD63F}">
                <a16:creationId xmlns:a16="http://schemas.microsoft.com/office/drawing/2010/main" id="{3BB91EFE-976C-4C00-A4E7-6F06486012DB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">
            <a:extLst>
              <a:ext uri="{68C9F5B0-76EA-4A1E-A5BC-081AA9BE717D}">
                <a16:creationId xmlns:a16="http://schemas.microsoft.com/office/drawing/2010/main" id="{F57B3E6D-4F37-460D-9669-E8620BD79719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</p:spTree>
    <p:extLst>
      <p:ext uri="{1FB424A9-FAA4-47E2-8F61-0C528D122CBC}">
        <p14:creationId xmlns:p14="http://schemas.microsoft.com/office/powerpoint/2010/main" val="1715230442483"/>
      </p:ext>
    </p:extLst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lang="en-US"/>
              <a:t>Employee summery report</a:t>
            </a:r>
            <a:endParaRPr dirty="0"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  <p:extLst>
      <p:ext uri="{B0C5A931-2A57-4932-9D3D-E3F67ACEDAA4}">
        <p14:creationId xmlns:p14="http://schemas.microsoft.com/office/powerpoint/2010/main" val="1715230442484"/>
      </p:ext>
    </p:extLst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A2288E4-7D83-47D2-88D4-E19EC24AE686}">
                <a16:creationId xmlns:a16="http://schemas.microsoft.com/office/drawing/2010/main" id="{91A789EC-9864-4B70-ABC4-1EF5A40A008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rtlCol="0"/>
          <a:lstStyle/>
          <a:p>
            <a:pPr/>
            <a:r>
              <a:rPr dirty="0" lang="en-US"/>
              <a:t>Thank you</a:t>
            </a:r>
            <a:endParaRPr dirty="0" lang="en-US"/>
          </a:p>
        </p:txBody>
      </p:sp>
      <p:sp>
        <p:nvSpPr>
          <p:cNvPr id="3" name="">
            <a:extLst>
              <a:ext uri="{44AB9BDD-11C5-440D-8A0C-AC43576A24C1}">
                <a16:creationId xmlns:a16="http://schemas.microsoft.com/office/drawing/2010/main" id="{0BEF40F8-3B91-4AB0-B69E-E70817071BE4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">
            <a:extLst>
              <a:ext uri="{78DD312C-4704-45C7-BF45-823C207490E5}">
                <a16:creationId xmlns:a16="http://schemas.microsoft.com/office/drawing/2010/main" id="{58872DAC-1521-41C2-94F2-45EC1A4EB616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">
            <a:extLst>
              <a:ext uri="{597EE8EA-CCFB-426E-A8D7-25EE8895F877}">
                <a16:creationId xmlns:a16="http://schemas.microsoft.com/office/drawing/2010/main" id="{013B5E9E-FE86-4DFC-B299-81F54C8EE1BD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">
            <a:extLst>
              <a:ext uri="{28D9F946-5E90-4B46-946B-48D82CD7D088}">
                <a16:creationId xmlns:a16="http://schemas.microsoft.com/office/drawing/2010/main" id="{05DBA16E-549A-4F74-8AD7-C3AAAFF76215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">
            <a:extLst>
              <a:ext uri="{DE10828E-7F21-4DF9-B0E3-21BA8A0514FB}">
                <a16:creationId xmlns:a16="http://schemas.microsoft.com/office/drawing/2010/main" id="{C10435F6-DC59-454A-BD13-DFF4D27F5609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8" name="">
            <a:extLst>
              <a:ext uri="{A7D804FB-C3F6-4128-85FB-4F3EDDC7BBD2}">
                <a16:creationId xmlns:a16="http://schemas.microsoft.com/office/drawing/2010/main" id="{39A92CD7-ADD6-4347-969C-8794FEF42165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</p:spTree>
    <p:extLst>
      <p:ext uri="{614DEE4D-A228-4EB5-A335-8AA4945B073F}">
        <p14:creationId xmlns:p14="http://schemas.microsoft.com/office/powerpoint/2010/main" val="171523044248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Employee Wise Project status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Project And Work Item  Wise Time Logs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Reporting Manager Report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Time Log Not Submitted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heme/_rels/theme1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2024-05-08T21:44:28Z</dcterms:created>
  <dcterms:modified xsi:type="dcterms:W3CDTF">2024-05-08T21:46:44Z</dcterms:modified>
  <cp:revision>1</cp:revision>
  <dc:title>Slide 1</dc:title>
</cp:coreProperties>
</file>